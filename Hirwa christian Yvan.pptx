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3"/>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US" altLang="en-GB" b="1">
                <a:solidFill>
                  <a:schemeClr val="tx1"/>
                </a:solidFill>
              </a:rPr>
              <a:t>MY POWER POINT PRESENTATION</a:t>
            </a:r>
            <a:endParaRPr lang="en-US" altLang="en-GB" b="1">
              <a:solidFill>
                <a:schemeClr val="tx1"/>
              </a:solidFill>
            </a:endParaRPr>
          </a:p>
        </p:txBody>
      </p:sp>
      <p:sp>
        <p:nvSpPr>
          <p:cNvPr id="3" name="Subtitle 2"/>
          <p:cNvSpPr>
            <a:spLocks noGrp="1"/>
          </p:cNvSpPr>
          <p:nvPr>
            <p:ph type="subTitle" idx="1"/>
          </p:nvPr>
        </p:nvSpPr>
        <p:spPr>
          <a:xfrm>
            <a:off x="4298950" y="2463800"/>
            <a:ext cx="7277100" cy="1711325"/>
          </a:xfrm>
        </p:spPr>
        <p:txBody>
          <a:bodyPr/>
          <a:p>
            <a:r>
              <a:rPr lang="en-US" altLang="en-GB" b="1">
                <a:solidFill>
                  <a:schemeClr val="tx1"/>
                </a:solidFill>
              </a:rPr>
              <a:t>YVAN PRESENTATION</a:t>
            </a:r>
            <a:endParaRPr lang="en-US" altLang="en-GB"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GB"/>
              <a:t> PHOENIX BIRDS</a:t>
            </a:r>
            <a:endParaRPr lang="en-US" altLang="en-GB"/>
          </a:p>
        </p:txBody>
      </p:sp>
      <p:sp>
        <p:nvSpPr>
          <p:cNvPr id="5" name="Content Placeholder 4"/>
          <p:cNvSpPr>
            <a:spLocks noGrp="1"/>
          </p:cNvSpPr>
          <p:nvPr>
            <p:ph idx="1"/>
          </p:nvPr>
        </p:nvSpPr>
        <p:spPr/>
        <p:txBody>
          <a:bodyPr/>
          <a:p>
            <a:pPr marL="0" indent="0">
              <a:buNone/>
            </a:pPr>
            <a:endParaRPr lang="en-US" altLang="en-GB"/>
          </a:p>
          <a:p>
            <a:endParaRPr lang="en-US" altLang="en-GB"/>
          </a:p>
        </p:txBody>
      </p:sp>
      <p:pic>
        <p:nvPicPr>
          <p:cNvPr id="7" name="Picture 6" descr="Screenshot 2025-09-19 211147"/>
          <p:cNvPicPr>
            <a:picLocks noChangeAspect="1"/>
          </p:cNvPicPr>
          <p:nvPr/>
        </p:nvPicPr>
        <p:blipFill>
          <a:blip r:embed="rId1"/>
          <a:stretch>
            <a:fillRect/>
          </a:stretch>
        </p:blipFill>
        <p:spPr>
          <a:xfrm>
            <a:off x="1035050" y="1047750"/>
            <a:ext cx="7846060" cy="55143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1" build="p"/>
      <p:bldP spid="4" grpId="0"/>
      <p:bldP spid="4"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ABOUT PHOENIX BIRDS</a:t>
            </a:r>
            <a:endParaRPr lang="en-US" altLang="en-GB"/>
          </a:p>
        </p:txBody>
      </p:sp>
      <p:sp>
        <p:nvSpPr>
          <p:cNvPr id="3" name="Content Placeholder 2"/>
          <p:cNvSpPr>
            <a:spLocks noGrp="1"/>
          </p:cNvSpPr>
          <p:nvPr>
            <p:ph idx="1"/>
          </p:nvPr>
        </p:nvSpPr>
        <p:spPr/>
        <p:txBody>
          <a:bodyPr/>
          <a:p>
            <a:r>
              <a:rPr lang="en-US" altLang="en-GB">
                <a:sym typeface="+mn-ea"/>
              </a:rPr>
              <a:t>Phoenix is a a legendary bird that is known for it’s immortality.</a:t>
            </a:r>
            <a:endParaRPr lang="en-US" altLang="en-GB"/>
          </a:p>
          <a:p>
            <a:r>
              <a:rPr lang="en-US" altLang="en-GB">
                <a:sym typeface="+mn-ea"/>
              </a:rPr>
              <a:t>It bursts into ashes and regenerates from it’s ashes into a new one </a:t>
            </a:r>
            <a:endParaRPr lang="en-US" altLang="en-GB">
              <a:sym typeface="+mn-ea"/>
            </a:endParaRPr>
          </a:p>
          <a:p>
            <a:r>
              <a:rPr lang="en-US" altLang="en-GB"/>
              <a:t>It’s story is dug up from the ancient Egypt world where it was called Bennu, It was often compared to the sun god Ra where it regenerates everyday as the morning sun.</a:t>
            </a:r>
            <a:endParaRPr lang="en-US" altLang="en-GB"/>
          </a:p>
          <a:p>
            <a:r>
              <a:rPr lang="en-US" altLang="en-GB"/>
              <a:t>It’s story was then adapted by the greeks who spread the story world wide, as the bird which  lived for centuries .</a:t>
            </a:r>
            <a:endParaRPr lang="en-GB"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grpId="0" nodeType="click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1"/>
                                          </p:val>
                                        </p:tav>
                                        <p:tav tm="100000">
                                          <p:val>
                                            <p:strVal val="#ppt_x"/>
                                          </p:val>
                                        </p:tav>
                                      </p:tavLst>
                                    </p:anim>
                                    <p:anim calcmode="lin" valueType="num">
                                      <p:cBhvr>
                                        <p:cTn id="9" dur="1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8" presetClass="entr" presetSubtype="16"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diamond(in)">
                                      <p:cBhvr>
                                        <p:cTn id="14" dur="20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8" presetClass="entr" presetSubtype="16"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diamond(in)">
                                      <p:cBhvr>
                                        <p:cTn id="19" dur="2000"/>
                                        <p:tgtEl>
                                          <p:spTgt spid="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8" presetClass="entr" presetSubtype="16"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diamond(in)">
                                      <p:cBhvr>
                                        <p:cTn id="24" dur="20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8" presetClass="entr" presetSubtype="16"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diamond(in)">
                                      <p:cBhvr>
                                        <p:cTn id="29"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P spid="3" grpI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Symbolism of the bird </a:t>
            </a:r>
            <a:endParaRPr lang="en-US" altLang="en-GB"/>
          </a:p>
        </p:txBody>
      </p:sp>
      <p:sp>
        <p:nvSpPr>
          <p:cNvPr id="3" name="Content Placeholder 2"/>
          <p:cNvSpPr>
            <a:spLocks noGrp="1"/>
          </p:cNvSpPr>
          <p:nvPr>
            <p:ph idx="1"/>
          </p:nvPr>
        </p:nvSpPr>
        <p:spPr/>
        <p:txBody>
          <a:bodyPr/>
          <a:p>
            <a:r>
              <a:rPr lang="en-US" altLang="en-GB" sz="2400" b="1"/>
              <a:t>1.Rebirth or renew:</a:t>
            </a:r>
            <a:r>
              <a:rPr lang="en-US" altLang="en-GB" sz="2400"/>
              <a:t>The Phoenix shows that after destruction or loss, life can begin again.</a:t>
            </a:r>
            <a:endParaRPr lang="en-US" altLang="en-GB" sz="2400"/>
          </a:p>
          <a:p>
            <a:r>
              <a:rPr lang="en-US" altLang="en-GB" sz="2400"/>
              <a:t>2.</a:t>
            </a:r>
            <a:r>
              <a:rPr lang="en-US" altLang="en-GB" sz="2400" b="1"/>
              <a:t>Immortality &amp; Eternal Life:</a:t>
            </a:r>
            <a:r>
              <a:rPr lang="en-US" altLang="en-GB" sz="2400"/>
              <a:t>Because it never truly dies, it symbolizes living forever.</a:t>
            </a:r>
            <a:endParaRPr lang="en-US" altLang="en-GB" sz="2400"/>
          </a:p>
          <a:p>
            <a:r>
              <a:rPr lang="en-US" altLang="en-GB" sz="2400"/>
              <a:t>3.</a:t>
            </a:r>
            <a:r>
              <a:rPr lang="en-US" altLang="en-GB" sz="2400" b="1"/>
              <a:t>Strength &amp; Resilience:</a:t>
            </a:r>
            <a:r>
              <a:rPr lang="en-US" altLang="en-GB" sz="2400"/>
              <a:t>Rising from ashes represents overcoming difficulties and becoming stronger.</a:t>
            </a:r>
            <a:endParaRPr lang="en-US" altLang="en-GB" sz="2400"/>
          </a:p>
          <a:p>
            <a:r>
              <a:rPr lang="en-US" altLang="en-GB" sz="2400"/>
              <a:t>4.</a:t>
            </a:r>
            <a:r>
              <a:rPr lang="en-US" altLang="en-GB" sz="2400" b="1"/>
              <a:t>Hope:</a:t>
            </a:r>
            <a:r>
              <a:rPr lang="en-US" altLang="en-GB" sz="2400"/>
              <a:t>Even in the darkest times, new beginnings are always possible.</a:t>
            </a:r>
            <a:endParaRPr lang="en-US" altLang="en-GB" sz="2400"/>
          </a:p>
          <a:p>
            <a:r>
              <a:rPr lang="en-US" altLang="en-GB" sz="2400"/>
              <a:t>5.</a:t>
            </a:r>
            <a:r>
              <a:rPr lang="en-US" altLang="en-GB" sz="2400" b="1"/>
              <a:t>Transformation:</a:t>
            </a:r>
            <a:r>
              <a:rPr lang="en-US" altLang="en-GB" sz="2400"/>
              <a:t>The burning and rebirth symbolize personal growth, change, and spiritual awakening.</a:t>
            </a:r>
            <a:endParaRPr lang="en-US" altLang="en-GB" sz="2400"/>
          </a:p>
          <a:p>
            <a:endParaRPr lang="en-US" altLang="en-GB" sz="2400"/>
          </a:p>
        </p:txBody>
      </p:sp>
    </p:spTree>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2"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edge">
                                      <p:cBhvr>
                                        <p:cTn id="17" dur="20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3" presetClass="entr" presetSubtype="16"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plus(in)">
                                      <p:cBhvr>
                                        <p:cTn id="22" dur="20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barn(inVertical)">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7" presetClass="entr" presetSubtype="0" fill="hold" nodeType="clickEffect">
                                  <p:stCondLst>
                                    <p:cond delay="0"/>
                                  </p:stCondLst>
                                  <p:iterate type="lt">
                                    <p:tmPct val="50000"/>
                                  </p:iterate>
                                  <p:childTnLst>
                                    <p:set>
                                      <p:cBhvr>
                                        <p:cTn id="36" dur="1" fill="hold">
                                          <p:stCondLst>
                                            <p:cond delay="0"/>
                                          </p:stCondLst>
                                        </p:cTn>
                                        <p:tgtEl>
                                          <p:spTgt spid="3">
                                            <p:txEl>
                                              <p:pRg st="4" end="4"/>
                                            </p:txEl>
                                          </p:spTgt>
                                        </p:tgtEl>
                                        <p:attrNameLst>
                                          <p:attrName>style.visibility</p:attrName>
                                        </p:attrNameLst>
                                      </p:cBhvr>
                                      <p:to>
                                        <p:strVal val="visible"/>
                                      </p:to>
                                    </p:set>
                                    <p:anim calcmode="discrete" valueType="clr">
                                      <p:cBhvr override="childStyle">
                                        <p:cTn id="37" dur="80"/>
                                        <p:tgtEl>
                                          <p:spTgt spid="3">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8" dur="80"/>
                                        <p:tgtEl>
                                          <p:spTgt spid="3">
                                            <p:txEl>
                                              <p:pRg st="4" end="4"/>
                                            </p:txEl>
                                          </p:spTgt>
                                        </p:tgtEl>
                                        <p:attrNameLst>
                                          <p:attrName>fillcolor</p:attrName>
                                        </p:attrNameLst>
                                      </p:cBhvr>
                                      <p:tavLst>
                                        <p:tav tm="0">
                                          <p:val>
                                            <p:clrVal>
                                              <a:schemeClr val="accent2"/>
                                            </p:clrVal>
                                          </p:val>
                                        </p:tav>
                                        <p:tav tm="50000">
                                          <p:val>
                                            <p:clrVal>
                                              <a:schemeClr val="hlink"/>
                                            </p:clrVal>
                                          </p:val>
                                        </p:tav>
                                      </p:tavLst>
                                    </p:anim>
                                    <p:set>
                                      <p:cBhvr>
                                        <p:cTn id="39" dur="80"/>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2" grpId="2"/>
      <p:bldP spid="2" grpId="3"/>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u="sng"/>
              <a:t>Conclusion:</a:t>
            </a:r>
            <a:endParaRPr lang="en-US" altLang="en-GB" b="1" u="sng"/>
          </a:p>
        </p:txBody>
      </p:sp>
      <p:sp>
        <p:nvSpPr>
          <p:cNvPr id="3" name="Content Placeholder 2"/>
          <p:cNvSpPr>
            <a:spLocks noGrp="1"/>
          </p:cNvSpPr>
          <p:nvPr>
            <p:ph idx="1"/>
          </p:nvPr>
        </p:nvSpPr>
        <p:spPr/>
        <p:txBody>
          <a:bodyPr/>
          <a:p>
            <a:r>
              <a:rPr lang="en-US" altLang="en-GB"/>
              <a:t> Phoenix bird is a legendary creature that symbolizes rebirth, immortality, and hope. It is believed to burn itself into ashes and rise again, showing that after every end comes a new beginning.</a:t>
            </a:r>
            <a:endParaRPr lang="en-US" altLang="en-GB"/>
          </a:p>
          <a:p>
            <a:r>
              <a:rPr lang="en-US" altLang="en-GB"/>
              <a:t>In short, the Phoenix stands for strength, renewal, and eternal life.</a:t>
            </a:r>
            <a:endParaRPr lang="en-US" altLang="en-GB"/>
          </a:p>
        </p:txBody>
      </p:sp>
    </p:spTree>
  </p:cSld>
  <p:clrMapOvr>
    <a:masterClrMapping/>
  </p:clrMapOvr>
  <mc:AlternateContent xmlns:mc="http://schemas.openxmlformats.org/markup-compatibility/2006">
    <mc:Choice xmlns:p14="http://schemas.microsoft.com/office/powerpoint/2010/main" Requires="p14">
      <p:transition spd="slow" p14:dur="1000">
        <p:wheel spokes="8"/>
      </p:transition>
    </mc:Choice>
    <mc:Fallback>
      <p:transition spd="slow">
        <p:wheel spokes="8"/>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4" presetClass="entr" presetSubtype="0" accel="10000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p:cTn id="12" dur="500" fill="hold"/>
                                        <p:tgtEl>
                                          <p:spTgt spid="3">
                                            <p:txEl>
                                              <p:pRg st="0" end="0"/>
                                            </p:txEl>
                                          </p:spTgt>
                                        </p:tgtEl>
                                        <p:attrNameLst>
                                          <p:attrName>ppt_w</p:attrName>
                                        </p:attrNameLst>
                                      </p:cBhvr>
                                      <p:tavLst>
                                        <p:tav tm="0">
                                          <p:val>
                                            <p:strVal val="#ppt_w*0.05"/>
                                          </p:val>
                                        </p:tav>
                                        <p:tav tm="100000">
                                          <p:val>
                                            <p:strVal val="#ppt_w"/>
                                          </p:val>
                                        </p:tav>
                                      </p:tavLst>
                                    </p:anim>
                                    <p:anim calcmode="lin" valueType="num">
                                      <p:cBhvr>
                                        <p:cTn id="13" dur="500" fill="hold"/>
                                        <p:tgtEl>
                                          <p:spTgt spid="3">
                                            <p:txEl>
                                              <p:pRg st="0" end="0"/>
                                            </p:txEl>
                                          </p:spTgt>
                                        </p:tgtEl>
                                        <p:attrNameLst>
                                          <p:attrName>ppt_h</p:attrName>
                                        </p:attrNameLst>
                                      </p:cBhvr>
                                      <p:tavLst>
                                        <p:tav tm="0">
                                          <p:val>
                                            <p:strVal val="#ppt_h"/>
                                          </p:val>
                                        </p:tav>
                                        <p:tav tm="100000">
                                          <p:val>
                                            <p:strVal val="#ppt_h"/>
                                          </p:val>
                                        </p:tav>
                                      </p:tavLst>
                                    </p:anim>
                                    <p:anim calcmode="lin" valueType="num">
                                      <p:cBhvr>
                                        <p:cTn id="14" dur="5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15" dur="500" fill="hold"/>
                                        <p:tgtEl>
                                          <p:spTgt spid="3">
                                            <p:txEl>
                                              <p:pRg st="0" end="0"/>
                                            </p:txEl>
                                          </p:spTgt>
                                        </p:tgtEl>
                                        <p:attrNameLst>
                                          <p:attrName>ppt_y</p:attrName>
                                        </p:attrNameLst>
                                      </p:cBhvr>
                                      <p:tavLst>
                                        <p:tav tm="0">
                                          <p:val>
                                            <p:strVal val="#ppt_y"/>
                                          </p:val>
                                        </p:tav>
                                        <p:tav tm="100000">
                                          <p:val>
                                            <p:strVal val="#ppt_y"/>
                                          </p:val>
                                        </p:tav>
                                      </p:tavLst>
                                    </p:anim>
                                    <p:animEffect transition="in" filter="fade">
                                      <p:cBhvr>
                                        <p:cTn id="16" dur="500"/>
                                        <p:tgtEl>
                                          <p:spTgt spid="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4"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to="" calcmode="lin" valueType="num">
                                      <p:cBhvr>
                                        <p:cTn id="21" dur="1" fill="hold"/>
                                        <p:tgtEl>
                                          <p:spTgt spid="3">
                                            <p:txEl>
                                              <p:pRg st="1" end="1"/>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1233</Words>
  <Application>WPS Presentation</Application>
  <PresentationFormat>Widescreen</PresentationFormat>
  <Paragraphs>29</Paragraphs>
  <Slides>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vt:i4>
      </vt:variant>
    </vt:vector>
  </HeadingPairs>
  <TitlesOfParts>
    <vt:vector size="12" baseType="lpstr">
      <vt:lpstr>Arial</vt:lpstr>
      <vt:lpstr>SimSun</vt:lpstr>
      <vt:lpstr>Wingdings</vt:lpstr>
      <vt:lpstr>Microsoft YaHei</vt:lpstr>
      <vt:lpstr>Arial Unicode MS</vt:lpstr>
      <vt:lpstr>Calibri</vt:lpstr>
      <vt:lpstr>Blue Waves</vt:lpstr>
      <vt:lpstr>MY POWER POINT PRESENTATION</vt:lpstr>
      <vt:lpstr> PHOENIX BIRDS</vt:lpstr>
      <vt:lpstr>ABOUT PHOENIX BIRDS</vt:lpstr>
      <vt:lpstr>Symbolism of the bird </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HP</dc:creator>
  <cp:lastModifiedBy>Hirwa Ivan</cp:lastModifiedBy>
  <cp:revision>4</cp:revision>
  <dcterms:created xsi:type="dcterms:W3CDTF">2025-07-23T00:59:00Z</dcterms:created>
  <dcterms:modified xsi:type="dcterms:W3CDTF">2025-09-20T18:34:23Z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1AB4D57ED0404F21822EBF7264B18793_11</vt:lpwstr>
  </property>
  <property fmtid="{D5CDD505-2E9C-101B-9397-08002B2CF9AE}" pid="3" name="KSOProductBuildVer">
    <vt:lpwstr>2057-12.2.0.22556</vt:lpwstr>
  </property>
</Properties>
</file>